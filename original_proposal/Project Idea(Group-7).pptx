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Montserrat Heavy" charset="1" panose="00000A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5" t="0" r="-335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578409" y="8880475"/>
            <a:ext cx="8680891" cy="679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b="true" sz="4000">
                <a:solidFill>
                  <a:srgbClr val="FF914D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United International University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-307827" y="7894637"/>
            <a:ext cx="445903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FF914D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Sk. Istiaq Arefin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046093" y="7894637"/>
            <a:ext cx="257145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FF914D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112410323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320176" y="9017793"/>
            <a:ext cx="443106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FF914D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Sumaiya Akther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07559" y="9017793"/>
            <a:ext cx="2509986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FF914D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112410318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431946" y="8641953"/>
            <a:ext cx="4654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FF914D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Shihabun Shakib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82693" y="8641953"/>
            <a:ext cx="2634853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FF914D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112410073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-582340" y="9407525"/>
            <a:ext cx="5008066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FF914D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Rushdania Bushra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50174" y="9407525"/>
            <a:ext cx="2699891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FF914D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112230039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27960" y="8237537"/>
            <a:ext cx="2518133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FF914D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Ratul Ghosh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335315" y="8237537"/>
            <a:ext cx="199300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FF914D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112410038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5" t="0" r="-335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5" t="0" r="-335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5" t="0" r="-335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5" t="0" r="-335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18420"/>
          </a:xfrm>
          <a:custGeom>
            <a:avLst/>
            <a:gdLst/>
            <a:ahLst/>
            <a:cxnLst/>
            <a:rect r="r" b="b" t="t" l="l"/>
            <a:pathLst>
              <a:path h="10218420" w="18288000">
                <a:moveTo>
                  <a:pt x="0" y="0"/>
                </a:moveTo>
                <a:lnTo>
                  <a:pt x="18288000" y="0"/>
                </a:lnTo>
                <a:lnTo>
                  <a:pt x="18288000" y="10218420"/>
                </a:lnTo>
                <a:lnTo>
                  <a:pt x="0" y="102184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5" t="0" r="-335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5" t="0" r="-335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5" t="0" r="-335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5" t="0" r="-335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46" r="0" b="-3653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DAHJu75DBYw</dc:identifier>
  <dcterms:modified xsi:type="dcterms:W3CDTF">2011-08-01T06:04:30Z</dcterms:modified>
  <cp:revision>1</cp:revision>
  <dc:title>United International University</dc:title>
</cp:coreProperties>
</file>